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0808"/>
    <a:srgbClr val="A59AB8"/>
    <a:srgbClr val="615478"/>
    <a:srgbClr val="3D35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9AA37-3761-4AD4-9B86-7459DACAC744}" v="8" dt="2026-05-26T00:38:05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6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young Lee" userId="a80b35e00fd5a943" providerId="LiveId" clId="{8800769F-9AC5-45C6-AC73-F753BC2752F5}"/>
    <pc:docChg chg="undo custSel addSld modSld">
      <pc:chgData name="Heeyoung Lee" userId="a80b35e00fd5a943" providerId="LiveId" clId="{8800769F-9AC5-45C6-AC73-F753BC2752F5}" dt="2026-05-26T00:38:05.971" v="141" actId="164"/>
      <pc:docMkLst>
        <pc:docMk/>
      </pc:docMkLst>
      <pc:sldChg chg="addSp delSp modSp mod">
        <pc:chgData name="Heeyoung Lee" userId="a80b35e00fd5a943" providerId="LiveId" clId="{8800769F-9AC5-45C6-AC73-F753BC2752F5}" dt="2026-05-26T00:38:05.971" v="141" actId="164"/>
        <pc:sldMkLst>
          <pc:docMk/>
          <pc:sldMk cId="263509778" sldId="257"/>
        </pc:sldMkLst>
        <pc:spChg chg="add mod ord">
          <ac:chgData name="Heeyoung Lee" userId="a80b35e00fd5a943" providerId="LiveId" clId="{8800769F-9AC5-45C6-AC73-F753BC2752F5}" dt="2026-05-26T00:38:05.971" v="141" actId="164"/>
          <ac:spMkLst>
            <pc:docMk/>
            <pc:sldMk cId="263509778" sldId="257"/>
            <ac:spMk id="2" creationId="{5D626480-CF18-557B-2BD1-291C19FFC39F}"/>
          </ac:spMkLst>
        </pc:spChg>
        <pc:spChg chg="mod topLvl">
          <ac:chgData name="Heeyoung Lee" userId="a80b35e00fd5a943" providerId="LiveId" clId="{8800769F-9AC5-45C6-AC73-F753BC2752F5}" dt="2026-05-25T07:37:06.006" v="78" actId="164"/>
          <ac:spMkLst>
            <pc:docMk/>
            <pc:sldMk cId="263509778" sldId="257"/>
            <ac:spMk id="5" creationId="{F086C471-C3A4-87BC-BC40-E97B2B52D3BF}"/>
          </ac:spMkLst>
        </pc:spChg>
        <pc:spChg chg="mod topLvl">
          <ac:chgData name="Heeyoung Lee" userId="a80b35e00fd5a943" providerId="LiveId" clId="{8800769F-9AC5-45C6-AC73-F753BC2752F5}" dt="2026-05-25T07:37:06.006" v="78" actId="164"/>
          <ac:spMkLst>
            <pc:docMk/>
            <pc:sldMk cId="263509778" sldId="257"/>
            <ac:spMk id="6" creationId="{DBB1B5D0-9D0A-F844-5FAA-636E91FB6D12}"/>
          </ac:spMkLst>
        </pc:spChg>
        <pc:spChg chg="mod topLvl">
          <ac:chgData name="Heeyoung Lee" userId="a80b35e00fd5a943" providerId="LiveId" clId="{8800769F-9AC5-45C6-AC73-F753BC2752F5}" dt="2026-05-25T07:37:06.006" v="78" actId="164"/>
          <ac:spMkLst>
            <pc:docMk/>
            <pc:sldMk cId="263509778" sldId="257"/>
            <ac:spMk id="7" creationId="{CB074315-B1C8-DF92-1DCA-44FB58398AAA}"/>
          </ac:spMkLst>
        </pc:spChg>
        <pc:spChg chg="add del mod ord topLvl">
          <ac:chgData name="Heeyoung Lee" userId="a80b35e00fd5a943" providerId="LiveId" clId="{8800769F-9AC5-45C6-AC73-F753BC2752F5}" dt="2026-05-25T07:37:06.006" v="78" actId="164"/>
          <ac:spMkLst>
            <pc:docMk/>
            <pc:sldMk cId="263509778" sldId="257"/>
            <ac:spMk id="8" creationId="{3E3B0AE7-39ED-6E71-CCB9-BC3B0182FE3E}"/>
          </ac:spMkLst>
        </pc:spChg>
        <pc:grpChg chg="add mod">
          <ac:chgData name="Heeyoung Lee" userId="a80b35e00fd5a943" providerId="LiveId" clId="{8800769F-9AC5-45C6-AC73-F753BC2752F5}" dt="2026-05-26T00:38:05.971" v="141" actId="164"/>
          <ac:grpSpMkLst>
            <pc:docMk/>
            <pc:sldMk cId="263509778" sldId="257"/>
            <ac:grpSpMk id="3" creationId="{B3574F0C-9C9C-4BA9-984B-51DA462275E0}"/>
          </ac:grpSpMkLst>
        </pc:grpChg>
        <pc:grpChg chg="add del mod">
          <ac:chgData name="Heeyoung Lee" userId="a80b35e00fd5a943" providerId="LiveId" clId="{8800769F-9AC5-45C6-AC73-F753BC2752F5}" dt="2026-05-25T07:37:03.393" v="77" actId="165"/>
          <ac:grpSpMkLst>
            <pc:docMk/>
            <pc:sldMk cId="263509778" sldId="257"/>
            <ac:grpSpMk id="18" creationId="{A8FCFE4A-4E45-34A6-674E-E71B85ECD853}"/>
          </ac:grpSpMkLst>
        </pc:grpChg>
        <pc:grpChg chg="add mod">
          <ac:chgData name="Heeyoung Lee" userId="a80b35e00fd5a943" providerId="LiveId" clId="{8800769F-9AC5-45C6-AC73-F753BC2752F5}" dt="2026-05-26T00:38:05.971" v="141" actId="164"/>
          <ac:grpSpMkLst>
            <pc:docMk/>
            <pc:sldMk cId="263509778" sldId="257"/>
            <ac:grpSpMk id="19" creationId="{398FE0EB-8880-81A6-432B-50890D1A6C35}"/>
          </ac:grpSpMkLst>
        </pc:grpChg>
        <pc:grpChg chg="del">
          <ac:chgData name="Heeyoung Lee" userId="a80b35e00fd5a943" providerId="LiveId" clId="{8800769F-9AC5-45C6-AC73-F753BC2752F5}" dt="2026-05-25T07:31:36.303" v="14" actId="165"/>
          <ac:grpSpMkLst>
            <pc:docMk/>
            <pc:sldMk cId="263509778" sldId="257"/>
            <ac:grpSpMk id="30" creationId="{51C45556-5687-1008-565C-3F584C7AB662}"/>
          </ac:grpSpMkLst>
        </pc:grpChg>
        <pc:cxnChg chg="mod topLvl">
          <ac:chgData name="Heeyoung Lee" userId="a80b35e00fd5a943" providerId="LiveId" clId="{8800769F-9AC5-45C6-AC73-F753BC2752F5}" dt="2026-05-25T07:37:06.006" v="78" actId="164"/>
          <ac:cxnSpMkLst>
            <pc:docMk/>
            <pc:sldMk cId="263509778" sldId="257"/>
            <ac:cxnSpMk id="10" creationId="{6764566F-B01F-5F2E-4BC0-FADA1A02254D}"/>
          </ac:cxnSpMkLst>
        </pc:cxnChg>
        <pc:cxnChg chg="mod topLvl">
          <ac:chgData name="Heeyoung Lee" userId="a80b35e00fd5a943" providerId="LiveId" clId="{8800769F-9AC5-45C6-AC73-F753BC2752F5}" dt="2026-05-25T07:37:06.006" v="78" actId="164"/>
          <ac:cxnSpMkLst>
            <pc:docMk/>
            <pc:sldMk cId="263509778" sldId="257"/>
            <ac:cxnSpMk id="11" creationId="{14EFFBB8-9244-8A69-6C44-B746E59AE59E}"/>
          </ac:cxnSpMkLst>
        </pc:cxnChg>
        <pc:cxnChg chg="mod topLvl">
          <ac:chgData name="Heeyoung Lee" userId="a80b35e00fd5a943" providerId="LiveId" clId="{8800769F-9AC5-45C6-AC73-F753BC2752F5}" dt="2026-05-25T07:37:06.006" v="78" actId="164"/>
          <ac:cxnSpMkLst>
            <pc:docMk/>
            <pc:sldMk cId="263509778" sldId="257"/>
            <ac:cxnSpMk id="15" creationId="{7092BDFC-C72C-1FF9-0DF1-03483DD3BD4C}"/>
          </ac:cxnSpMkLst>
        </pc:cxnChg>
      </pc:sldChg>
      <pc:sldChg chg="addSp modSp add mod">
        <pc:chgData name="Heeyoung Lee" userId="a80b35e00fd5a943" providerId="LiveId" clId="{8800769F-9AC5-45C6-AC73-F753BC2752F5}" dt="2026-05-25T12:29:05.371" v="127" actId="404"/>
        <pc:sldMkLst>
          <pc:docMk/>
          <pc:sldMk cId="2369409367" sldId="258"/>
        </pc:sldMkLst>
        <pc:spChg chg="add mod">
          <ac:chgData name="Heeyoung Lee" userId="a80b35e00fd5a943" providerId="LiveId" clId="{8800769F-9AC5-45C6-AC73-F753BC2752F5}" dt="2026-05-25T12:29:05.371" v="127" actId="404"/>
          <ac:spMkLst>
            <pc:docMk/>
            <pc:sldMk cId="2369409367" sldId="258"/>
            <ac:spMk id="2" creationId="{32E398FF-3C1F-CF85-8D64-503D22F77B28}"/>
          </ac:spMkLst>
        </pc:spChg>
        <pc:grpChg chg="add mod">
          <ac:chgData name="Heeyoung Lee" userId="a80b35e00fd5a943" providerId="LiveId" clId="{8800769F-9AC5-45C6-AC73-F753BC2752F5}" dt="2026-05-25T11:30:42.178" v="111" actId="164"/>
          <ac:grpSpMkLst>
            <pc:docMk/>
            <pc:sldMk cId="2369409367" sldId="258"/>
            <ac:grpSpMk id="3" creationId="{19EB9D3D-D597-C39E-5768-A3E635EF07CF}"/>
          </ac:grpSpMkLst>
        </pc:grpChg>
        <pc:grpChg chg="mod">
          <ac:chgData name="Heeyoung Lee" userId="a80b35e00fd5a943" providerId="LiveId" clId="{8800769F-9AC5-45C6-AC73-F753BC2752F5}" dt="2026-05-25T11:30:42.178" v="111" actId="164"/>
          <ac:grpSpMkLst>
            <pc:docMk/>
            <pc:sldMk cId="2369409367" sldId="258"/>
            <ac:grpSpMk id="19" creationId="{C4A2A150-1F38-C1E8-8DC6-72BCA67A39F1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E617-B00C-5898-4CAF-B61CF2631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4777D-C8F4-7062-3D7A-1026203C3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67E80-CD58-D09C-FC65-4842710C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A3658-7CC7-0612-1278-B0887B6A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A3D1-3C22-DFFA-F43F-6CBDF0FE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5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973C-ABA5-C9CA-596B-4D68C86F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3D76-178D-FAB1-EAA6-8451925C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721E-B08C-93F7-0377-621CBF6F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90C4B-4281-D537-6A78-EB2BC13A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C8B4F-5451-B64B-C53A-D62D78D5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6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638D-D040-64CD-FBAF-5ED4B2A5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5484D-3779-CCD1-B2D7-8251B7E87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AD6AE-175A-FC2E-0C92-46E5F6CA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3483D-64B5-65F7-1F2A-863FC9C4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EDA7F-D880-D4DA-3B18-06D360E2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4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E49F-0236-2C05-C41C-77E7B3A1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6DC9-158F-6588-6546-57711AA7F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11E9D-9ADF-7417-4665-803EF22D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238A-0D27-783B-FE89-46861AA0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07D5A-5A77-478D-83DB-C734B6ED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8E75D-53AA-8199-CC1B-41959A87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6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D209-FA7F-D611-CAE4-71E66728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B715-7A21-F8AB-E2E4-C6C011CF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90073-571D-37D9-7C41-83055C199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C097F-525A-B20C-C5EB-C0FFFDFF5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3D22B-50A8-1CBA-0478-320CBAC9E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E77D9-0FB9-F759-96E3-F98B1986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64D75-03F1-8111-E0B2-DCBFB39B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37C4D-BB3C-523A-695F-39F5F923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1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1082-B243-9A60-2347-C4DC54DE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94903-60D6-F52B-D4D7-643658A7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70A1A-FA24-1A12-137D-07056B65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08F69-4080-CA22-0952-FCB0BF92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1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28BDC-A19A-8651-54E4-759B5F65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70CAB-0A16-9A82-05A3-01B26194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C26FC-81FD-2621-53C4-DBC27627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BBD6-E0A6-BD72-EAC0-198AAC72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896F-5319-3636-F02F-1F0DB1B42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3FED7-1113-E0D0-9C60-A777A2BB5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8E312-6D6B-816A-A923-19443E6C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70A9-569A-B610-11D0-D7B4079E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05ADE-F603-E242-6B7F-EA348583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E7A4-B60D-9674-D881-DE3AEA7E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F0C4F-B08E-C115-A729-5077EA089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9886F-40C8-8527-5240-627F1E319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AC46B-D6FE-8ABB-60AD-B8DBEC92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41A0-D615-48E7-2129-D089D875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AACB-FE2F-F9A8-908A-0B0E1C7B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2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60F3-D73C-E522-49D3-0447C6E6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3FF87-2849-0DB9-B4C5-05435679F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D23EE-4263-5F58-88D1-87C47715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15A71-89E6-B331-FF77-D5B865E0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AAC37-15CA-7C74-35BA-7B54C01D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8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81F68-CA1B-FB38-B7F8-B05AA99D0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9726E-14BD-308A-981B-FCC39E960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196EC-2DA3-65EF-CE19-F27C3960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BF1B-2ABD-7172-11D8-89C918ED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4B38-69F2-3776-09D8-E433EB26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8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C30DA-8D8A-C4AE-DB4A-9E4FE6EE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C492A-0974-4EB1-814B-5CFC6C46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F2C1-0CE3-48BE-2F15-771261228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3F8BC-07F3-4149-AA7C-285A2A1E88E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3AE4D-DFB6-44C7-8D05-72F0D8739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E614A-0C03-0040-9977-68CC063D4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1894E-6174-45B5-9BF3-5AE95E1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1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1AE64-CA95-DF7D-CDF1-B7A66EF4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3574F0C-9C9C-4BA9-984B-51DA462275E0}"/>
              </a:ext>
            </a:extLst>
          </p:cNvPr>
          <p:cNvGrpSpPr/>
          <p:nvPr/>
        </p:nvGrpSpPr>
        <p:grpSpPr>
          <a:xfrm>
            <a:off x="3364992" y="685800"/>
            <a:ext cx="5440680" cy="5458968"/>
            <a:chOff x="3364992" y="685800"/>
            <a:chExt cx="5440680" cy="545896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D626480-CF18-557B-2BD1-291C19FFC39F}"/>
                </a:ext>
              </a:extLst>
            </p:cNvPr>
            <p:cNvSpPr/>
            <p:nvPr/>
          </p:nvSpPr>
          <p:spPr>
            <a:xfrm>
              <a:off x="3364992" y="685800"/>
              <a:ext cx="5440680" cy="545896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98FE0EB-8880-81A6-432B-50890D1A6C35}"/>
                </a:ext>
              </a:extLst>
            </p:cNvPr>
            <p:cNvGrpSpPr/>
            <p:nvPr/>
          </p:nvGrpSpPr>
          <p:grpSpPr>
            <a:xfrm>
              <a:off x="3755567" y="1158929"/>
              <a:ext cx="4680865" cy="4540141"/>
              <a:chOff x="3695039" y="756298"/>
              <a:chExt cx="5028337" cy="4837466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764566F-B01F-5F2E-4BC0-FADA1A022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74514" y="1264236"/>
                <a:ext cx="2327214" cy="3240007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4EFFBB8-9244-8A69-6C44-B746E59AE5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1728" y="2555302"/>
                <a:ext cx="1742173" cy="1948941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092BDFC-C72C-1FF9-0DF1-03483DD3BD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5989" y="4504243"/>
                <a:ext cx="2105739" cy="581582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E3B0AE7-39ED-6E71-CCB9-BC3B0182FE3E}"/>
                  </a:ext>
                </a:extLst>
              </p:cNvPr>
              <p:cNvSpPr/>
              <p:nvPr/>
            </p:nvSpPr>
            <p:spPr>
              <a:xfrm>
                <a:off x="5866273" y="3843585"/>
                <a:ext cx="1336405" cy="1321316"/>
              </a:xfrm>
              <a:prstGeom prst="ellipse">
                <a:avLst/>
              </a:prstGeom>
              <a:solidFill>
                <a:srgbClr val="A40808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B074315-B1C8-DF92-1DCA-44FB58398AAA}"/>
                  </a:ext>
                </a:extLst>
              </p:cNvPr>
              <p:cNvSpPr/>
              <p:nvPr/>
            </p:nvSpPr>
            <p:spPr>
              <a:xfrm>
                <a:off x="3916514" y="4577887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BB1B5D0-9D0A-F844-5FAA-636E91FB6D12}"/>
                  </a:ext>
                </a:extLst>
              </p:cNvPr>
              <p:cNvSpPr/>
              <p:nvPr/>
            </p:nvSpPr>
            <p:spPr>
              <a:xfrm>
                <a:off x="7764426" y="2047363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086C471-C3A4-87BC-BC40-E97B2B52D3BF}"/>
                  </a:ext>
                </a:extLst>
              </p:cNvPr>
              <p:cNvSpPr/>
              <p:nvPr/>
            </p:nvSpPr>
            <p:spPr>
              <a:xfrm>
                <a:off x="3695039" y="756298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509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B681-57EE-4E7F-B71F-632BE31E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EB9D3D-D597-C39E-5768-A3E635EF07CF}"/>
              </a:ext>
            </a:extLst>
          </p:cNvPr>
          <p:cNvGrpSpPr/>
          <p:nvPr/>
        </p:nvGrpSpPr>
        <p:grpSpPr>
          <a:xfrm>
            <a:off x="3695039" y="696341"/>
            <a:ext cx="5386135" cy="4897423"/>
            <a:chOff x="3695039" y="696341"/>
            <a:chExt cx="5386135" cy="489742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A2A150-1F38-C1E8-8DC6-72BCA67A39F1}"/>
                </a:ext>
              </a:extLst>
            </p:cNvPr>
            <p:cNvGrpSpPr/>
            <p:nvPr/>
          </p:nvGrpSpPr>
          <p:grpSpPr>
            <a:xfrm>
              <a:off x="3695039" y="756298"/>
              <a:ext cx="5028337" cy="4837466"/>
              <a:chOff x="3695039" y="756298"/>
              <a:chExt cx="5028337" cy="4837466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41FF37D-FDA7-9FB3-183F-5FB230EF3D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74514" y="1264236"/>
                <a:ext cx="2327214" cy="3240007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CBF827C-3E2A-99E2-5BE6-CA8E5E6396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1728" y="2555302"/>
                <a:ext cx="1742173" cy="1948941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D519EDE-A60D-A57A-0B84-D47920B4DB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5989" y="4504243"/>
                <a:ext cx="2105739" cy="581582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C08FF2F-6ACF-6D58-03C3-A5A65CA0D0C0}"/>
                  </a:ext>
                </a:extLst>
              </p:cNvPr>
              <p:cNvSpPr/>
              <p:nvPr/>
            </p:nvSpPr>
            <p:spPr>
              <a:xfrm>
                <a:off x="5866273" y="3843585"/>
                <a:ext cx="1336405" cy="1321316"/>
              </a:xfrm>
              <a:prstGeom prst="ellipse">
                <a:avLst/>
              </a:prstGeom>
              <a:solidFill>
                <a:srgbClr val="A40808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4C79589-0BE8-68D5-D742-8819CDFA485A}"/>
                  </a:ext>
                </a:extLst>
              </p:cNvPr>
              <p:cNvSpPr/>
              <p:nvPr/>
            </p:nvSpPr>
            <p:spPr>
              <a:xfrm>
                <a:off x="3916514" y="4577887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C842FDB-2448-9C44-3207-6DF41DDD91F2}"/>
                  </a:ext>
                </a:extLst>
              </p:cNvPr>
              <p:cNvSpPr/>
              <p:nvPr/>
            </p:nvSpPr>
            <p:spPr>
              <a:xfrm>
                <a:off x="7764426" y="2047363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52DD508-8397-7F88-2B33-7A0A6F4783CB}"/>
                  </a:ext>
                </a:extLst>
              </p:cNvPr>
              <p:cNvSpPr/>
              <p:nvPr/>
            </p:nvSpPr>
            <p:spPr>
              <a:xfrm>
                <a:off x="3695039" y="756298"/>
                <a:ext cx="958950" cy="1015877"/>
              </a:xfrm>
              <a:prstGeom prst="ellipse">
                <a:avLst/>
              </a:prstGeom>
              <a:solidFill>
                <a:srgbClr val="615478"/>
              </a:solidFill>
              <a:ln>
                <a:solidFill>
                  <a:srgbClr val="A59AB8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2E398FF-3C1F-CF85-8D64-503D22F77B28}"/>
                </a:ext>
              </a:extLst>
            </p:cNvPr>
            <p:cNvSpPr txBox="1"/>
            <p:nvPr/>
          </p:nvSpPr>
          <p:spPr>
            <a:xfrm>
              <a:off x="6217919" y="696341"/>
              <a:ext cx="28632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Quire Sans" panose="020B0502040204020203" pitchFamily="34" charset="0"/>
                  <a:cs typeface="Quire Sans" panose="020B0502040204020203" pitchFamily="34" charset="0"/>
                </a:rPr>
                <a:t>ZOA (v1.0 beta)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940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Quire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Heeyoung Lee</dc:creator>
  <cp:lastModifiedBy>Heeyoung Lee</cp:lastModifiedBy>
  <cp:revision>1</cp:revision>
  <dcterms:created xsi:type="dcterms:W3CDTF">2026-05-25T00:11:37Z</dcterms:created>
  <dcterms:modified xsi:type="dcterms:W3CDTF">2026-05-26T00:38:14Z</dcterms:modified>
</cp:coreProperties>
</file>