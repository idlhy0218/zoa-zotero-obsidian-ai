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15478"/>
    <a:srgbClr val="A40808"/>
    <a:srgbClr val="3D354B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05" autoAdjust="0"/>
    <p:restoredTop sz="94660"/>
  </p:normalViewPr>
  <p:slideViewPr>
    <p:cSldViewPr snapToGrid="0" showGuides="1">
      <p:cViewPr varScale="1">
        <p:scale>
          <a:sx n="105" d="100"/>
          <a:sy n="105" d="100"/>
        </p:scale>
        <p:origin x="660" y="11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24E617-B00C-5898-4CAF-B61CF26319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8C4777D-C8F4-7062-3D7A-1026203C36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C67E80-CD58-D09C-FC65-4842710C0B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3F8BC-07F3-4149-AA7C-285A2A1E88E1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5A3658-7CC7-0612-1278-B0887B6A95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55A3D1-3C22-DFFA-F43F-6CBDF0FE9E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51894E-6174-45B5-9BF3-5AE95E1025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74563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F9973C-ABA5-C9CA-596B-4D68C86F98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C93D76-178D-FAB1-EAA6-8451925CFE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D2721E-B08C-93F7-0377-621CBF6F18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3F8BC-07F3-4149-AA7C-285A2A1E88E1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490C4B-4281-D537-6A78-EB2BC13A4B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BC8B4F-5451-B64B-C53A-D62D78D5FD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51894E-6174-45B5-9BF3-5AE95E1025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58610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C4638D-D040-64CD-FBAF-5ED4B2A55B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45484D-3779-CCD1-B2D7-8251B7E877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1AD6AE-175A-FC2E-0C92-46E5F6CA77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3F8BC-07F3-4149-AA7C-285A2A1E88E1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3483D-64B5-65F7-1F2A-863FC9C4A3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5EDA7F-D880-D4DA-3B18-06D360E287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51894E-6174-45B5-9BF3-5AE95E1025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44423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CEE49F-0236-2C05-C41C-77E7B3A17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456DC9-158F-6588-6546-57711AA7F30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811E9D-9ADF-7417-4665-803EF22D74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7C238A-0D27-783B-FE89-46861AA094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3F8BC-07F3-4149-AA7C-285A2A1E88E1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407D5A-5A77-478D-83DB-C734B6ED6F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58E75D-53AA-8199-CC1B-41959A87D5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51894E-6174-45B5-9BF3-5AE95E1025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60639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6D209-FA7F-D611-CAE4-71E667280D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3BB715-7A21-F8AB-E2E4-C6C011CF87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390073-571D-37D9-7C41-83055C199C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A7C097F-525A-B20C-C5EB-C0FFFDFF579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4D3D22B-50A8-1CBA-0478-320CBAC9EFD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D1E77D9-0FB9-F759-96E3-F98B1986CE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3F8BC-07F3-4149-AA7C-285A2A1E88E1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9564D75-03F1-8111-E0B2-DCBFB39B0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4037C4D-BB3C-523A-695F-39F5F92312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51894E-6174-45B5-9BF3-5AE95E1025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34145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AB1082-B243-9A60-2347-C4DC54DEE5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394903-60D6-F52B-D4D7-643658A76D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3F8BC-07F3-4149-AA7C-285A2A1E88E1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8F70A1A-FA24-1A12-137D-07056B6552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E508F69-4080-CA22-0952-FCB0BF92C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51894E-6174-45B5-9BF3-5AE95E1025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53141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F128BDC-A19A-8651-54E4-759B5F656F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3F8BC-07F3-4149-AA7C-285A2A1E88E1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2670CAB-0A16-9A82-05A3-01B261945E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9C26FC-81FD-2621-53C4-DBC27627BA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51894E-6174-45B5-9BF3-5AE95E1025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6326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44BBD6-E0A6-BD72-EAC0-198AAC728E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79896F-5319-3636-F02F-1F0DB1B422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ED3FED7-1113-E0D0-9C60-A777A2BB52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58E312-6D6B-816A-A923-19443E6C21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3F8BC-07F3-4149-AA7C-285A2A1E88E1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1670A9-569A-B610-11D0-D7B4079E3A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205ADE-F603-E242-6B7F-EA348583B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51894E-6174-45B5-9BF3-5AE95E1025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6127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1BE7A4-B60D-9674-D881-DE3AEA7E52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E6F0C4F-B08E-C115-A729-5077EA0897F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49886F-40C8-8527-5240-627F1E3197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5AC46B-D6FE-8ABB-60AD-B8DBEC92CF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3F8BC-07F3-4149-AA7C-285A2A1E88E1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8141A0-D615-48E7-2129-D089D87593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86AACB-FE2F-F9A8-908A-0B0E1C7BBB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51894E-6174-45B5-9BF3-5AE95E1025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1259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CA60F3-D73C-E522-49D3-0447C6E6B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33FF87-2849-0DB9-B4C5-05435679F63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BD23EE-4263-5F58-88D1-87C477154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3F8BC-07F3-4149-AA7C-285A2A1E88E1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915A71-89E6-B331-FF77-D5B865E096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7AAC37-15CA-7C74-35BA-7B54C01D9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51894E-6174-45B5-9BF3-5AE95E1025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56801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0981F68-CA1B-FB38-B7F8-B05AA99D0AD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09726E-14BD-308A-981B-FCC39E9605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0196EC-2DA3-65EF-CE19-F27C3960E4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3F8BC-07F3-4149-AA7C-285A2A1E88E1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9ABF1B-2ABD-7172-11D8-89C918EDFF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FE4B38-69F2-3776-09D8-E433EB26A9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51894E-6174-45B5-9BF3-5AE95E1025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78822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55C30DA-8D8A-C4AE-DB4A-9E4FE6EE3E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3C492A-0974-4EB1-814B-5CFC6C4614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4AF2C1-0CE3-48BE-2F15-7712612282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33F8BC-07F3-4149-AA7C-285A2A1E88E1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63AE4D-DFB6-44C7-8D05-72F0D8739DC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2E614A-0C03-0040-9977-68CC063D44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51894E-6174-45B5-9BF3-5AE95E1025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62125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11AE64-CA95-DF7D-CDF1-B7A66EF49E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51C45556-5687-1008-565C-3F584C7AB662}"/>
              </a:ext>
            </a:extLst>
          </p:cNvPr>
          <p:cNvGrpSpPr/>
          <p:nvPr/>
        </p:nvGrpSpPr>
        <p:grpSpPr>
          <a:xfrm>
            <a:off x="3337560" y="402336"/>
            <a:ext cx="5385816" cy="5321808"/>
            <a:chOff x="2926080" y="1106424"/>
            <a:chExt cx="3712464" cy="3767328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6764566F-B01F-5F2E-4BC0-FADA1A02254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307431" y="1465995"/>
              <a:ext cx="1432835" cy="2329043"/>
            </a:xfrm>
            <a:prstGeom prst="line">
              <a:avLst/>
            </a:prstGeom>
            <a:ln w="57150"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4EFFBB8-9244-8A69-6C44-B746E59AE59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59333" y="2630517"/>
              <a:ext cx="1548707" cy="1153184"/>
            </a:xfrm>
            <a:prstGeom prst="line">
              <a:avLst/>
            </a:prstGeom>
            <a:ln w="57150"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7092BDFC-C72C-1FF9-0DF1-03483DD3BD4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172492" y="3783701"/>
              <a:ext cx="1586842" cy="797394"/>
            </a:xfrm>
            <a:prstGeom prst="line">
              <a:avLst/>
            </a:prstGeom>
            <a:ln w="57150"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CB074315-B1C8-DF92-1DCA-44FB58398AAA}"/>
                </a:ext>
              </a:extLst>
            </p:cNvPr>
            <p:cNvSpPr/>
            <p:nvPr/>
          </p:nvSpPr>
          <p:spPr>
            <a:xfrm>
              <a:off x="2926080" y="4154609"/>
              <a:ext cx="661008" cy="719143"/>
            </a:xfrm>
            <a:prstGeom prst="ellipse">
              <a:avLst/>
            </a:prstGeom>
            <a:solidFill>
              <a:srgbClr val="615478"/>
            </a:solidFill>
            <a:ln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DBB1B5D0-9D0A-F844-5FAA-636E91FB6D12}"/>
                </a:ext>
              </a:extLst>
            </p:cNvPr>
            <p:cNvSpPr/>
            <p:nvPr/>
          </p:nvSpPr>
          <p:spPr>
            <a:xfrm>
              <a:off x="5977536" y="2270945"/>
              <a:ext cx="661008" cy="719143"/>
            </a:xfrm>
            <a:prstGeom prst="ellipse">
              <a:avLst/>
            </a:prstGeom>
            <a:solidFill>
              <a:srgbClr val="615478"/>
            </a:solidFill>
            <a:ln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F086C471-C3A4-87BC-BC40-E97B2B52D3BF}"/>
                </a:ext>
              </a:extLst>
            </p:cNvPr>
            <p:cNvSpPr/>
            <p:nvPr/>
          </p:nvSpPr>
          <p:spPr>
            <a:xfrm>
              <a:off x="2976927" y="1106424"/>
              <a:ext cx="661008" cy="719143"/>
            </a:xfrm>
            <a:prstGeom prst="ellipse">
              <a:avLst/>
            </a:prstGeom>
            <a:solidFill>
              <a:srgbClr val="615478"/>
            </a:solidFill>
            <a:ln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E3B0AE7-39ED-6E71-CCB9-BC3B0182FE3E}"/>
                </a:ext>
              </a:extLst>
            </p:cNvPr>
            <p:cNvSpPr/>
            <p:nvPr/>
          </p:nvSpPr>
          <p:spPr>
            <a:xfrm>
              <a:off x="4274288" y="3297495"/>
              <a:ext cx="921189" cy="935365"/>
            </a:xfrm>
            <a:prstGeom prst="ellipse">
              <a:avLst/>
            </a:prstGeom>
            <a:solidFill>
              <a:srgbClr val="A40808"/>
            </a:solidFill>
            <a:ln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635097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Heeyoung Lee</dc:creator>
  <cp:lastModifiedBy>Heeyoung Lee</cp:lastModifiedBy>
  <cp:revision>1</cp:revision>
  <dcterms:created xsi:type="dcterms:W3CDTF">2026-05-25T00:11:37Z</dcterms:created>
  <dcterms:modified xsi:type="dcterms:W3CDTF">2026-05-25T01:11:52Z</dcterms:modified>
</cp:coreProperties>
</file>